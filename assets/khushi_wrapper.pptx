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notesMasterIdLst>
    <p:notesMasterId r:id="rId7"/>
  </p:notesMasterIdLst>
  <p:handoutMasterIdLst>
    <p:handoutMasterId r:id="rId8"/>
  </p:handoutMasterIdLst>
  <p:sldIdLst>
    <p:sldId id="256" r:id="rId3"/>
    <p:sldId id="1571" r:id="rId4"/>
    <p:sldId id="1584" r:id="rId5"/>
    <p:sldId id="29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232A"/>
    <a:srgbClr val="D62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81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CC02F1-8CA5-5274-0AB4-391CE92051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D214-F9E4-8A4F-7AE8-A856241E6A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22094-EECB-4B6A-A8EA-92D66162C0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4FE00-86AA-7DDB-3302-7A6A68C405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82C58-4245-3DA6-FAFF-1DB95D1B70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EA633-658C-4568-90F1-B180D188E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51410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30EDA-F490-4DB0-84B7-661999D8406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CB5C6-60C9-40FA-9050-45F37F31C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999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42C9-8B3A-C03C-EC1C-0AD79E4E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01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EA3D88D-C07F-ECC4-9FC6-AE02D6FE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0463C51-DACC-4672-7D98-B588C05E8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866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4B08-45D6-D012-76BC-2BA9C2D61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79D15-C8D6-F628-EE3B-D74A6CD49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073CD-38C1-FB27-D6A1-482A56AB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56B00CA-CAAC-4460-B586-F914B30221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D93BB-72A7-ADAF-C024-1B3E6A281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DE924-F0BD-DF30-3B0E-CAA0A9347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C32018-477E-4E9B-87F9-92B115511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12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29B09-AD5C-8E51-F932-A2B4875AB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800" y="1358898"/>
            <a:ext cx="10764000" cy="4818065"/>
          </a:xfrm>
        </p:spPr>
        <p:txBody>
          <a:bodyPr/>
          <a:lstStyle>
            <a:lvl1pPr marL="514350" indent="-514350">
              <a:buFont typeface="+mj-lt"/>
              <a:buAutoNum type="arabicPeriod"/>
              <a:defRPr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6E2460-BB47-B6A3-6F74-9D6A3DED4C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9800" y="206238"/>
            <a:ext cx="3240000" cy="720000"/>
          </a:xfrm>
          <a:noFill/>
        </p:spPr>
        <p:txBody>
          <a:bodyPr anchor="ctr" anchorCtr="0"/>
          <a:lstStyle>
            <a:lvl1pPr marL="8890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70EB4-2432-ABAA-8B38-EBF505A2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56B00CA-CAAC-4460-B586-F914B30221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C4428-8691-4A17-916A-693F140C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DDE44-FEF8-B4DB-C3EF-77DDB8EF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C32018-477E-4E9B-87F9-92B11551169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59D7D19B-6979-D13A-5AD6-85F23C4CD30C}"/>
              </a:ext>
            </a:extLst>
          </p:cNvPr>
          <p:cNvSpPr/>
          <p:nvPr userDrawn="1"/>
        </p:nvSpPr>
        <p:spPr>
          <a:xfrm>
            <a:off x="589800" y="206239"/>
            <a:ext cx="3240000" cy="720000"/>
          </a:xfrm>
          <a:prstGeom prst="round2DiagRect">
            <a:avLst>
              <a:gd name="adj1" fmla="val 33262"/>
              <a:gd name="adj2" fmla="val 0"/>
            </a:avLst>
          </a:prstGeom>
          <a:solidFill>
            <a:srgbClr val="D423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037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174C0-73A1-D61C-AF80-CABA1209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31B6B-49C2-76B3-9F67-8BD612B8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56B00CA-CAAC-4460-B586-F914B30221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950E0-2660-2EE0-7FBB-29B07DEA3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7E317-AECE-C491-328A-DD130FA8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C32018-477E-4E9B-87F9-92B115511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1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55D9-4B59-CC68-F10A-F7B698E4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182E36-9AA5-93EB-4873-8C47ABE575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56B00CA-CAAC-4460-B586-F914B30221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B8B90-4A3E-58C9-59C1-8323859E2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77D03-B718-E98A-EB9A-C719C83A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C32018-477E-4E9B-87F9-92B115511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A44AF8-D16A-4E57-E966-D321B6806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87911-BFF8-0E4D-81C0-C58D98444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91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ty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8307F8D8-D5DB-CBAE-69C1-F07C43EE387B}"/>
              </a:ext>
            </a:extLst>
          </p:cNvPr>
          <p:cNvSpPr/>
          <p:nvPr userDrawn="1"/>
        </p:nvSpPr>
        <p:spPr>
          <a:xfrm flipH="1">
            <a:off x="6843713" y="328725"/>
            <a:ext cx="5229223" cy="900000"/>
          </a:xfrm>
          <a:prstGeom prst="round2DiagRect">
            <a:avLst>
              <a:gd name="adj1" fmla="val 33262"/>
              <a:gd name="adj2" fmla="val 0"/>
            </a:avLst>
          </a:prstGeom>
          <a:solidFill>
            <a:srgbClr val="D423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MAP PLOTTING OF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schemeClr val="bg1"/>
              </a:solidFill>
            </a:endParaRPr>
          </a:p>
          <a:p>
            <a:pPr algn="l"/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142874" y="1407141"/>
            <a:ext cx="6529389" cy="51434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IN" dirty="0"/>
              <a:t>MAP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6843714" y="1407141"/>
            <a:ext cx="5229223" cy="51435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IN" dirty="0"/>
              <a:t>TABLE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9F94C6-3497-D442-8151-F56BA59484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7468" y="778723"/>
            <a:ext cx="4582172" cy="396000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581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F951D-47C1-469F-98EB-5C70B163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9F672-E2F3-AE93-D621-123327576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4" name="Picture 3" descr="A red rectangle with black background&#10;&#10;AI-generated content may be incorrect.">
            <a:extLst>
              <a:ext uri="{FF2B5EF4-FFF2-40B4-BE49-F238E27FC236}">
                <a16:creationId xmlns:a16="http://schemas.microsoft.com/office/drawing/2014/main" id="{0A868FD2-9970-57DB-5982-07E69FC5F23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2" b="18807"/>
          <a:stretch/>
        </p:blipFill>
        <p:spPr>
          <a:xfrm>
            <a:off x="11130431" y="64744"/>
            <a:ext cx="1005674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93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F951D-47C1-469F-98EB-5C70B163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9F672-E2F3-AE93-D621-123327576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4" name="Picture 3" descr="A red rectangle with black background&#10;&#10;AI-generated content may be incorrect.">
            <a:extLst>
              <a:ext uri="{FF2B5EF4-FFF2-40B4-BE49-F238E27FC236}">
                <a16:creationId xmlns:a16="http://schemas.microsoft.com/office/drawing/2014/main" id="{0A868FD2-9970-57DB-5982-07E69FC5F23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2" b="18807"/>
          <a:stretch/>
        </p:blipFill>
        <p:spPr>
          <a:xfrm>
            <a:off x="11130431" y="64744"/>
            <a:ext cx="1005674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8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red rectangular object with text&#10;&#10;AI-generated content may be incorrect.">
            <a:extLst>
              <a:ext uri="{FF2B5EF4-FFF2-40B4-BE49-F238E27FC236}">
                <a16:creationId xmlns:a16="http://schemas.microsoft.com/office/drawing/2014/main" id="{7B50C953-D84D-E1B5-5AF5-885B02F7F8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" t="611" r="593" b="6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900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3E92A-46A5-86C3-BDFC-BF89A5BE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">
            <a:extLst>
              <a:ext uri="{FF2B5EF4-FFF2-40B4-BE49-F238E27FC236}">
                <a16:creationId xmlns:a16="http://schemas.microsoft.com/office/drawing/2014/main" id="{E4AEDAAE-8F83-AFAF-0A1D-2852794D358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67585-FCEC-A889-B9E0-1CC6BF599ADF}"/>
              </a:ext>
            </a:extLst>
          </p:cNvPr>
          <p:cNvSpPr txBox="1"/>
          <p:nvPr/>
        </p:nvSpPr>
        <p:spPr>
          <a:xfrm>
            <a:off x="6096000" y="3066085"/>
            <a:ext cx="6096000" cy="46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9487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2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B9958-CABC-3CFA-AF85-588F6111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text and a red and black design&#10;&#10;AI-generated content may be incorrect.">
            <a:extLst>
              <a:ext uri="{FF2B5EF4-FFF2-40B4-BE49-F238E27FC236}">
                <a16:creationId xmlns:a16="http://schemas.microsoft.com/office/drawing/2014/main" id="{62378A28-2B73-84D3-F7CF-DB171825A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0206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1_Office Theme</vt:lpstr>
      <vt:lpstr>4_Office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Gyanendra Mishra</dc:creator>
  <cp:lastModifiedBy>User</cp:lastModifiedBy>
  <cp:revision>14</cp:revision>
  <dcterms:created xsi:type="dcterms:W3CDTF">2025-03-27T07:29:06Z</dcterms:created>
  <dcterms:modified xsi:type="dcterms:W3CDTF">2026-01-28T08:29:05Z</dcterms:modified>
</cp:coreProperties>
</file>